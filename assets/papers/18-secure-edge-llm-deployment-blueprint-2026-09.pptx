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7772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164" y="10241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10360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Edge LLM Deployment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2971800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Blueprint: Model Architecture, AI Safety &amp; IoT Security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1605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reference frameworks, and a step-by-step deployment guide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598932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Bilal Ahmed Khan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Deployment, Three Disciplines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designed to be understood — and replaced — independently.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375" y="226725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029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40487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open-weight LLM locally via llama.cpp — quantized to fit edge/IoT-class hardware.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5" y="3684575"/>
            <a:ext cx="357530" cy="3575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4472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Layer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8221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inspect every request and response; each call is logged for later review.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4892040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5" y="510189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Layer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2395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auth, TLS in transit, rate limiting, and a sandboxed systemd service.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5216" y="26974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248156" y="28620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289" y="3010205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59736" y="3337560"/>
            <a:ext cx="365760" cy="274320"/>
          </a:xfrm>
          <a:prstGeom prst="rightArrow">
            <a:avLst/>
          </a:prstGeom>
          <a:solidFill>
            <a:srgbClr val="F2A93C"/>
          </a:solidFill>
          <a:ln/>
        </p:spPr>
      </p:sp>
      <p:sp>
        <p:nvSpPr>
          <p:cNvPr id="8" name="Shape 5"/>
          <p:cNvSpPr/>
          <p:nvPr/>
        </p:nvSpPr>
        <p:spPr>
          <a:xfrm>
            <a:off x="2825496" y="26974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3488436" y="28620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569" y="3010205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71216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00016" y="3337560"/>
            <a:ext cx="365760" cy="274320"/>
          </a:xfrm>
          <a:prstGeom prst="rightArrow">
            <a:avLst/>
          </a:prstGeom>
          <a:solidFill>
            <a:srgbClr val="F2A93C"/>
          </a:solidFill>
          <a:ln/>
        </p:spPr>
      </p:sp>
      <p:sp>
        <p:nvSpPr>
          <p:cNvPr id="13" name="Shape 9"/>
          <p:cNvSpPr/>
          <p:nvPr/>
        </p:nvSpPr>
        <p:spPr>
          <a:xfrm>
            <a:off x="5065776" y="26974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5728716" y="28620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849" y="301020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11496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940296" y="3337560"/>
            <a:ext cx="365760" cy="274320"/>
          </a:xfrm>
          <a:prstGeom prst="rightArrow">
            <a:avLst/>
          </a:prstGeom>
          <a:solidFill>
            <a:srgbClr val="F2A93C"/>
          </a:solidFill>
          <a:ln/>
        </p:spPr>
      </p:sp>
      <p:sp>
        <p:nvSpPr>
          <p:cNvPr id="18" name="Shape 13"/>
          <p:cNvSpPr/>
          <p:nvPr/>
        </p:nvSpPr>
        <p:spPr>
          <a:xfrm>
            <a:off x="7306056" y="26974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7968996" y="28620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129" y="3010205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51776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180576" y="3337560"/>
            <a:ext cx="365760" cy="274320"/>
          </a:xfrm>
          <a:prstGeom prst="rightArrow">
            <a:avLst/>
          </a:prstGeom>
          <a:solidFill>
            <a:srgbClr val="F2A93C"/>
          </a:solidFill>
          <a:ln/>
        </p:spPr>
      </p:sp>
      <p:sp>
        <p:nvSpPr>
          <p:cNvPr id="23" name="Shape 17"/>
          <p:cNvSpPr/>
          <p:nvPr/>
        </p:nvSpPr>
        <p:spPr>
          <a:xfrm>
            <a:off x="9546336" y="26974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4" name="Shape 18"/>
          <p:cNvSpPr/>
          <p:nvPr/>
        </p:nvSpPr>
        <p:spPr>
          <a:xfrm>
            <a:off x="10209276" y="28620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7409" y="3010205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92056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4709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run twice — once on the incoming prompt, once on the generated response — before anything reaches the client.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Model: Open-Weight LLM at the Edge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transformer with grouped-query attention and RoPE positional encoding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“Reverse engineering” here means reading public configs, weights, and tokenizers — nothing is being cracked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GGUF-compatible open-weight model works: Llama, Qwen, Gemma, Phi, Mistral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trades precision for footprint — validate accuracy on your actual task before committing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0" y="173736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GGUF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2377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format for local llama.cpp inference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32004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3337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22B / 235B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3840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total parameters in a mixture-of-experts model (e.g. Qwen3)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466344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4800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 tokens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option for document-heavy tasks (e.g. Llama 4 Scout)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Safety: Guardrails &amp; Audit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375" y="1764335"/>
            <a:ext cx="357530" cy="3575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527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Guardrail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9019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obvious instruction-override attempts before the prompt reaches the model.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761488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5" y="2971343"/>
            <a:ext cx="357530" cy="3575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27340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Guardrail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3108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generated text for PII-shaped patterns before it's returned to the client.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968496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5" y="4178351"/>
            <a:ext cx="357530" cy="3575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39410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43159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an ID, latency, and token count logged for later review.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1520" y="5175504"/>
            <a:ext cx="777240" cy="7772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5" y="5385359"/>
            <a:ext cx="357530" cy="3575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83080" y="5148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Starting Point, Not a Verdict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783080" y="552297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Llama Guard, NeMo Guardrails, or a domain-specific classifier before production.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Security: Locked Down by Default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375" y="1764335"/>
            <a:ext cx="357530" cy="3575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527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API-Key Authentication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9019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presents a valid X-API-Key header; the server refuses to start without one configured.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7614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5" y="2971343"/>
            <a:ext cx="357530" cy="3575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27340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in Transit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3108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certs for local testing; CA-issued or mutual TLS for anything beyond one trusted LAN.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968496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5" y="4178351"/>
            <a:ext cx="357530" cy="3575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39410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Per-Client Rate Limiting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43159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caps protect constrained edge hardware from overload and abuse.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1520" y="5175504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5" y="5385359"/>
            <a:ext cx="357530" cy="3575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83080" y="5148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Sandboxed Service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783080" y="552297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hardening — NoNewPrivileges, ProtectSystem, PrivateTmp — runs it as an unprivileged daemon.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Findings: The Frameworks Behind the Hardening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9593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Framework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Scope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Applied To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800-53 Rev.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IT security &amp; privacy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API-key auth, TLS, audit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IEC 62443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Industrial/IoT automation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zoning &amp;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 STIGs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hardening checklists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systemd sandboxing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800-213 / IR 8259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device cybersecurity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Device-level security expectations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Benchmarks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OS/cloud hardening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systemd directives, config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Control to Code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017520"/>
                <a:gridCol w="414223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Control Family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Source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Where It Lives in the Repo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— Identification &amp;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X-API-Key check in server.py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— System &amp; Communications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certs via gen_certs.sh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— Audit &amp; Accountability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Per-request logging in server.py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 &amp; Conduits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IEC 62443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segmentation guidance (README)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Sandboxing Directives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Benchmarks / DoD STIGs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llm-edge.service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Walkthrough — Part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GGUF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385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GGUF build of an open-weight model sized for your device's RAM/VRAM; place it at models/model.gguf.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70632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7249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Dependencies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08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venv venv &amp;&amp; source venv/bin/activate &amp;&amp; pip install -r requirements.txt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41064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9410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953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the Environment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2793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to .env and set a real API_KEY, e.g. via openssl rand -hex 32.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111496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1114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657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TLS Certificates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44982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./gen_certs.sh to create a self-signed certificate suitable for local testing.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Walkthrough — Part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691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Server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75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-a &amp;&amp; source .env &amp;&amp; set +a, then python server.py — the model loads and the API starts listening.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With a Test Call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4472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-k https://127.0.0.1:8443/v1/chat with the X-API-Key header and a JSON message body.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434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as a systemd Service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8188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llm-edge.service to /etc/systemd/system/ and run systemctl enable --now llm-edge for boot-time autostart.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the Network Around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839773"/>
            <a:ext cx="252374" cy="2523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733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device onto its own VLAN, isolated from safety-critical controls (IEC 62443 zoning).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289133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72491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inbound traffic to known client subnets only — e.g. ufw allow from &lt;subnet&gt; to any port 8443.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3942893"/>
            <a:ext cx="252374" cy="2523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377647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mutual TLS (client certificates) over a shared API key for device-to-device traffic.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EDF2F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4994453"/>
            <a:ext cx="252374" cy="25237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54480" y="482803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API keys and certificates on a schedule; never bake secrets into disk images.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Deploy This For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725912" y="457200"/>
            <a:ext cx="685800" cy="685800"/>
          </a:xfrm>
          <a:prstGeom prst="ellipse">
            <a:avLst/>
          </a:prstGeom>
          <a:solidFill>
            <a:srgbClr val="F7E4C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078" y="642366"/>
            <a:ext cx="315468" cy="3154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76479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guardrails.py is a transparent starting scaffold, not a production classifier — pattern matching is easy to route around.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86207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the specific model and prompt setup you're shipping — not a generic test suite.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395935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log-retention and review policy before ever enabling LOG_PROMPTS.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505663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on the actual target hardware — edge CPUs can be 10–50x slower than a GPU dev box.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Path Toward Industrial Agentic Automation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6798" y="642366"/>
            <a:ext cx="315468" cy="315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additions — in order — before this becomes an industrial agent, not just a secure inference service.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7465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Tool-Calling Layer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075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an explicit, allow-listed set of callable actions — not open-ended autonomy.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6609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an OT Mediation Gateway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990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gets a direct line to a PLC or control system — every action passes through a policy-enforcing gateway.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35753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Non-LLM Safety Interlocks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39044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can actuate a physical process needs a safety layer that holds even if the model is wrong (IEC 61508 / IEC 62443).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4897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Human Approval Above a Threshold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48188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actions wait for sign-off; nothing above the defined risk line executes unattended.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54041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Against Governance Standards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7332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design against the Digital Twin Consortium's Industrial AI Agent Manifesto and the IEC 62443 level for that zone.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7315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195" y="953719"/>
            <a:ext cx="378562" cy="3785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783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Complete — Execution Is Next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888236" y="2834640"/>
            <a:ext cx="502920" cy="50292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888236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619756" y="281635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and quantize a model that fits your target hardware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888236" y="3611880"/>
            <a:ext cx="502920" cy="50292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888236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619756" y="35935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reference server end-to-end and verify the guardrail layer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888236" y="4389120"/>
            <a:ext cx="502920" cy="50292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88236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619756" y="437083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through a formal control review before production traffic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603504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Bilal Ahmed Khan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2026-09-17T04:04:33Z</dcterms:created>
  <dcterms:modified xsi:type="dcterms:W3CDTF">2026-09-17T04:04:33Z</dcterms:modified>
</cp:coreProperties>
</file>